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13FA7-8A3A-89F4-E5DA-6CE1980EE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AFB317-5D8C-B665-488E-F45E382D6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1FFA8-E2C7-0895-A03E-74EB6FE3F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A513-87C6-4352-900C-2414891C612F}" type="datetimeFigureOut">
              <a:rPr lang="en-US" smtClean="0"/>
              <a:t>20-Jun-26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933FC-DA1C-3784-DA12-2717A886B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E3446-D708-FAE4-54D6-95D016E8D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D7BD5-C7C9-4014-81E6-CCB68998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287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168E-E9F2-95FC-3C83-713D45FF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DFF38-A722-9F25-39D6-DA676AEE0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4318C-8E86-0E6E-B758-83E2A75F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A513-87C6-4352-900C-2414891C612F}" type="datetimeFigureOut">
              <a:rPr lang="en-US" smtClean="0"/>
              <a:t>20-Jun-26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19D1-8922-2D78-8A26-E7B138C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6504C-7DB9-AF3E-3572-7CB57B5A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D7BD5-C7C9-4014-81E6-CCB68998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5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11BF6-BE9B-0ED6-D590-E1F4354EA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571F8-8522-F17F-E32F-7EE4AF624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5D763-4835-494A-F90E-31D7236D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A513-87C6-4352-900C-2414891C612F}" type="datetimeFigureOut">
              <a:rPr lang="en-US" smtClean="0"/>
              <a:t>20-Jun-26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21AC6-1FB1-AC48-D2DC-346C35DA1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51E41-B305-E4B2-0724-225DA128A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D7BD5-C7C9-4014-81E6-CCB68998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0962F-5004-2C14-136B-97C929D9C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25EA7-8DCB-F9D1-6C14-97CDB2315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84CFA-489B-8934-2416-289B48977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035C4-1FBB-68C5-FC3E-2C84BC74A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A513-87C6-4352-900C-2414891C612F}" type="datetimeFigureOut">
              <a:rPr lang="en-US" smtClean="0"/>
              <a:t>20-Jun-26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364F-36BC-0AAB-0C66-D578089D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A9C61-3C10-0B0C-8423-3834F021E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D7BD5-C7C9-4014-81E6-CCB68998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6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8570-2547-132B-7211-F73F09FF1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E8A3A-0311-76F0-8AAC-B9BC62658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DDF05-9F0C-B67B-C70F-DE5B752E3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7E8FB-AEB2-13E0-4B86-6805E2B41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94021-18BE-51F7-3D08-D70FA3D6C2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206021-D511-D714-4A6B-4957E235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A513-87C6-4352-900C-2414891C612F}" type="datetimeFigureOut">
              <a:rPr lang="en-US" smtClean="0"/>
              <a:t>20-Jun-26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8B871A-310D-A493-B4C8-03F1213A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FEC646-3F2F-0BC3-CDB9-26E59CFF9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D7BD5-C7C9-4014-81E6-CCB68998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53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59B11-F4BE-6679-3109-E5B16AC8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5494C5-A39C-3B8A-D9CC-3320A86A1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A513-87C6-4352-900C-2414891C612F}" type="datetimeFigureOut">
              <a:rPr lang="en-US" smtClean="0"/>
              <a:t>20-Jun-26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D0738-F0FC-A3A3-9DFC-D1511D1D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3AC89-7131-DC34-25BD-36195F2F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D7BD5-C7C9-4014-81E6-CCB68998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6313B6-ADA0-81D3-2CFC-7AFFAE8D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A513-87C6-4352-900C-2414891C612F}" type="datetimeFigureOut">
              <a:rPr lang="en-US" smtClean="0"/>
              <a:t>20-Jun-26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2EA2E-C3A0-FA06-8737-89793A1F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F2DF7-786C-4CAE-C06D-BE2EA40B7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D7BD5-C7C9-4014-81E6-CCB68998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96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E623-C33D-35FC-E272-AA19F2C60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28723-56A2-170F-F4D7-4836B74E8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29429-5D67-AF9B-C4E4-665CE3E72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3A17D-0F4B-F59E-33C1-EC90C5B4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A513-87C6-4352-900C-2414891C612F}" type="datetimeFigureOut">
              <a:rPr lang="en-US" smtClean="0"/>
              <a:t>20-Jun-26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74E5F-4B5A-F759-39E5-00806E0F7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E1925-3183-1B6F-E452-A8248F55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D7BD5-C7C9-4014-81E6-CCB68998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5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8D997-2785-EA75-E8F5-30BF4E2A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0C89FA-FDA3-50F5-517B-FCF0D54C1B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E34AE-3772-DF05-97A7-58F0DA68B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27B5A-EE91-209C-0F0B-53B3F69BF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A513-87C6-4352-900C-2414891C612F}" type="datetimeFigureOut">
              <a:rPr lang="en-US" smtClean="0"/>
              <a:t>20-Jun-26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12AA0-DDB1-A225-A235-ABA25B68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A25B8-47F7-3346-B5B0-4BF98A3A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D7BD5-C7C9-4014-81E6-CCB68998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9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8586-48D0-1EB6-E8D2-229BED86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FE988-5087-652F-B6CA-6466F77B8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F19D8-D20B-D48E-D800-ACCD0AB40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A513-87C6-4352-900C-2414891C612F}" type="datetimeFigureOut">
              <a:rPr lang="en-US" smtClean="0"/>
              <a:t>20-Jun-26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AFA99-66EE-070E-4B10-826F9687F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80BFF-06F2-008B-BAC6-833580EA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D7BD5-C7C9-4014-81E6-CCB68998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3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1E12E8-86A7-CECD-1D91-26DAC29840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26E55-7C9A-E406-7DC9-B47CDA13D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F9CC2-524D-C8DF-67FE-978D6ED0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A513-87C6-4352-900C-2414891C612F}" type="datetimeFigureOut">
              <a:rPr lang="en-US" smtClean="0"/>
              <a:t>20-Jun-26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BE3AF-83C2-22C8-558D-A124D31E7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D3874-D212-6D63-236D-C18FE013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D7BD5-C7C9-4014-81E6-CCB68998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69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19A0A9-89C5-569C-2BDA-B7686F75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F61C2-AEBD-C252-731C-F0D113B86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189D5-6897-567E-700E-0DF45142B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6A513-87C6-4352-900C-2414891C612F}" type="datetimeFigureOut">
              <a:rPr lang="en-US" smtClean="0"/>
              <a:t>20-Jun-26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99CC-EA6E-DAE9-6E4A-25597AB04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0D80E-015E-2E6B-76E5-E7EC61A9A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D7BD5-C7C9-4014-81E6-CCB6899809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5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A3815-320A-1A39-923E-6E574C1629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6C184-2828-1255-7C5F-3CF3BE61E1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12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Sushant Kumar</dc:creator>
  <cp:lastModifiedBy>Sushant Kumar</cp:lastModifiedBy>
  <cp:revision>1</cp:revision>
  <dcterms:created xsi:type="dcterms:W3CDTF">2026-06-19T23:33:44Z</dcterms:created>
  <dcterms:modified xsi:type="dcterms:W3CDTF">2026-06-19T23:34:03Z</dcterms:modified>
</cp:coreProperties>
</file>